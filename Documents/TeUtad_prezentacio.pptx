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731520"/>
            <a:ext cx="2286000" cy="2286000"/>
          </a:xfrm>
          <a:prstGeom prst="ellipse">
            <a:avLst/>
          </a:prstGeom>
          <a:solidFill>
            <a:srgbClr val="1E5FD9">
              <a:alpha val="30000"/>
            </a:srgbClr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4389120"/>
            <a:ext cx="1645920" cy="16459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530352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822960"/>
            <a:ext cx="21945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SZAKMAI VIZSGAREMEK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TeUtad</a:t>
            </a:r>
            <a:endParaRPr lang="en-US" sz="960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73152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Utazástervező webalkalmazás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54864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120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KÉSZÍTETTÉK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Bölkény Erik  •  Balog Gergő Gábor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Miért van szükség a TeUtad-ra?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utazás megszervezése ma több tucat különálló weboldal és alkalmazás használatát jelenti. A TeUtad egyetlen felületen fogja össze az egész tervezési folyamatot.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926080"/>
            <a:ext cx="3566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926080"/>
            <a:ext cx="73152" cy="292608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337560"/>
            <a:ext cx="822960" cy="82296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520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Szétszórt források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Külön oldalon kell keresni repjegyet, szállást, autóbérlést és programokat.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97680" y="2926080"/>
            <a:ext cx="3566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97680" y="2926080"/>
            <a:ext cx="73152" cy="292608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09160" y="3337560"/>
            <a:ext cx="822960" cy="82296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5204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Nehézkes tervezés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6344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közlekedési módok, időtartamok és nyitvatartások összehangolása bonyolult.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92440" y="2926080"/>
            <a:ext cx="356616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2440" y="2926080"/>
            <a:ext cx="73152" cy="292608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03920" y="3337560"/>
            <a:ext cx="822960" cy="82296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5204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4343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Elvesző információk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458200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korábbi utazások adatai nem maradnak egy helyen, újra kell keresni mindent.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126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megoldás: egy integrált, személyre szabható utazástervező platform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tud az alkalmazás?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58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Útvonaltervezés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integráció autocomplete kereséssel, közlekedési mód kiválasztásával.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10312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2585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Repülőjegy keresés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29260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Úticélhoz illeszkedő repülőjáratok böngészése az adatbázisból.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2440" y="182880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10312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25856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Szállásfoglalás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66760" y="29260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Szállások listázása célállomás és időtartam alapján.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389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66344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8188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Autóbérlés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7240" y="5486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Autóbérlési lehetőségek megjelenítése a megadott helyszínen.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389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66344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81888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9496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és mentések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72000" y="5486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fiókba való bejelentkezés, utazások mentése és későbbi előhívása.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2440" y="4389120"/>
            <a:ext cx="35661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663440"/>
            <a:ext cx="685800" cy="6858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4818888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663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Népszerű úticélok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366760" y="54864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Ajánlott helyek gyors átvitele az úticél mezőbe egy kattintással.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Technológia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Mivel készült a TeUtad?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66160" cy="128016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0"/>
            <a:ext cx="356616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1488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 felület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51560" y="384048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51560" y="43434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51560" y="484632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7680" y="1920240"/>
            <a:ext cx="3566160" cy="128016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7680" y="3200400"/>
            <a:ext cx="356616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4884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29768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Kiszolgáló logika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846320" y="384048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4632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ASP.NET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846320" y="43434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92440" y="1920240"/>
            <a:ext cx="356616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092440" y="3200400"/>
            <a:ext cx="356616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148840"/>
            <a:ext cx="640080" cy="6400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9244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09244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Adattárolás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641080" y="384048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641080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 SQL Server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641080" y="4343400"/>
            <a:ext cx="2468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64108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(Utazas.bacpac)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három réteg a klasszikus háromrétegű webalkalmazás-architektúrát követi.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11887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Felhasználói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felület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0" y="731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használtunk?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0" y="10972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Kliensoldali technológiák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0" y="219456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377440"/>
            <a:ext cx="365760" cy="3657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03520" y="2286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oldalak szerkezete és tartalmának leíró nyelve.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0" y="306324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3246120"/>
            <a:ext cx="365760" cy="3657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31546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Stílusok, elrendezés és reszponzív megjelenés.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0" y="393192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4114800"/>
            <a:ext cx="365760" cy="3657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03520" y="40233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 elemek, autocomplete, dinamikus működés.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0" y="480060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4983480"/>
            <a:ext cx="365760" cy="3657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03520" y="4892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Térkép beágyazás, helykereséses autocomplete, útvonaltervezés.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188720"/>
            <a:ext cx="1645920" cy="164592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5544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03920" y="35661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Kiszolgáló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logika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rendszer motorja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0972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Szerveroldali technológiák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377440"/>
            <a:ext cx="365760" cy="3657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2286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Microsoft webalkalmazás-fejlesztő keretrendszere.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88720" y="31546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alkalmazáslogikát megvalósító programozási nyelv.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393192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88720" y="40233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Fejlesztői környezet - a teljes projekt itt épül.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4800600"/>
            <a:ext cx="7132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89204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minta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Modell-nézet-vezérlő szerkezet a kód áttekinthetőségéért.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103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0292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0312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SQL Server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103120" y="1463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Utazas.bacpac fájl tartalmazza az adatbázis sémáját és adatait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 adatbázis táblák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Tábla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Leírás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Kulcs mezők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Felhasználó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Regisztrált felhasználók adatai (bejelentkezéshez)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Email, Jelszó, Város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Utazás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tervezett és mentett utazások központi táblája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FelhasználóId, Úticél, Időpont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Repjegy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Elérhető repülőjegyek listája utazáshoz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Indulás, Érkezés, Ár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Szállás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Szállási lehetőségek a célállomásokon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Város, Név, Ár/éj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3D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Autóbérlés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Bérelhető autók és helyszínek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Id, Helyszín, Típus, Napi ár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táblák egy-a-többhöz kapcsolatokkal kötődnek a Felhasználó és az Utazás tábla köré.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Csapatmunka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Hogyan osztottuk fel a munkát?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50292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109728" cy="201168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Bölkény Erik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234440" y="2788920"/>
            <a:ext cx="2011680" cy="411480"/>
          </a:xfrm>
          <a:prstGeom prst="rect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Inkább 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megjelenés, kliensoldali logika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0292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109728" cy="201168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Balog Gergő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629400" y="2788920"/>
            <a:ext cx="2011680" cy="41148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Inkább 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291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Szerveroldali logika, adatbázis-kezelés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Mindketten dolgoztunk frontend, backend és adatbázis területen 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Koordinációs eszközök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25880" y="5394960"/>
            <a:ext cx="4572000" cy="1188720"/>
          </a:xfrm>
          <a:prstGeom prst="rect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5669280"/>
            <a:ext cx="640080" cy="6400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42316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 kommunikáció és egyeztetés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263640" y="5394960"/>
            <a:ext cx="4572000" cy="118872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66928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360920" y="5577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2000" dirty="0"/>
          </a:p>
          <a:p>
            <a:pPr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Kódmegosztás és verziókezelés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Publikálás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Hogyan fut az alkalmazás?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9784080" cy="1463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  <a:effectLst>
            <a:outerShdw sx="100000" sy="100000" kx="0" ky="0" algn="bl" rotWithShape="0" blurRad="127000" dist="25400" dir="5400000">
              <a:srgbClr val="0B3D9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331720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205740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TeUtad helyi (local) szerveren fut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frontend, a backend és az adatbázis is fejlesztői környezetben kerül kiszolgálásra.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965960" y="3931920"/>
            <a:ext cx="640080" cy="640080"/>
          </a:xfrm>
          <a:prstGeom prst="ellipse">
            <a:avLst/>
          </a:prstGeom>
          <a:solidFill>
            <a:srgbClr val="1E5F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6596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35661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Express / Kestrel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lokálisan szolgálja ki a weboldalt Visual Studio segítségével.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9080" y="5120640"/>
            <a:ext cx="228600" cy="0"/>
          </a:xfrm>
          <a:prstGeom prst="line">
            <a:avLst/>
          </a:prstGeom>
          <a:noFill/>
          <a:ln w="25400">
            <a:solidFill>
              <a:srgbClr val="1E5FD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760720" y="3931920"/>
            <a:ext cx="640080" cy="640080"/>
          </a:xfrm>
          <a:prstGeom prst="ellipse">
            <a:avLst/>
          </a:prstGeom>
          <a:solidFill>
            <a:srgbClr val="1E5F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4297680" y="4343400"/>
            <a:ext cx="35661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 példány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adatbázis helyi SQL Server példányon fut a fejlesztői gépen.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863840" y="5120640"/>
            <a:ext cx="228600" cy="0"/>
          </a:xfrm>
          <a:prstGeom prst="line">
            <a:avLst/>
          </a:prstGeom>
          <a:noFill/>
          <a:ln w="25400">
            <a:solidFill>
              <a:srgbClr val="1E5FD9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555480" y="3931920"/>
            <a:ext cx="640080" cy="640080"/>
          </a:xfrm>
          <a:prstGeom prst="ellipse">
            <a:avLst/>
          </a:prstGeom>
          <a:solidFill>
            <a:srgbClr val="1E5FD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554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092440" y="4343400"/>
            <a:ext cx="356616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6676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Böngésző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3667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felhasználó localhost címen éri el a TeUtad alkalmazást.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lesz ezután?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Jövőbeli lehetőségek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1005840" cy="10058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263347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Éles webszerver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4884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alkalmazás kitelepítése egy publikus webhostra, hogy bárhonnan elérhető legyen.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1005840" cy="10058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6334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1812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 API-k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81812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Repjegy-, szállás- és autóbérlés-szolgáltatók hivatalos API-jainak bekötése.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" y="416052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17720"/>
            <a:ext cx="1005840" cy="10058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487375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48840" y="4526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Közösségi funkciók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48840" y="5074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Útitársak keresése, utazási élmények és értékelések megosztása.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1005840" cy="100584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87375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4526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finomítás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818120" y="5074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reszponzív és akadálymentes felület, sötét téma támogatása.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62636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61264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 fejlesztési lehetőség - a TeUtad alapjain.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5FD9">
              <a:alpha val="20000"/>
            </a:srgbClr>
          </a:solidFill>
          <a:ln w="12700">
            <a:solidFill>
              <a:srgbClr val="1E5F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6360" y="2103120"/>
            <a:ext cx="1828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46888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TeUtad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i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5166360" y="5029200"/>
            <a:ext cx="1828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TeUtad - Utazástervező</dc:title>
  <dc:subject>PptxGenJS Presentation</dc:subject>
  <dc:creator>Bölkény Erik &amp; Balog Gergő</dc:creator>
  <cp:lastModifiedBy>Bölkény Erik &amp; Balog Gergő</cp:lastModifiedBy>
  <cp:revision>1</cp:revision>
  <dcterms:created xsi:type="dcterms:W3CDTF">2026-04-17T09:29:14Z</dcterms:created>
  <dcterms:modified xsi:type="dcterms:W3CDTF">2026-04-17T09:29:14Z</dcterms:modified>
</cp:coreProperties>
</file>